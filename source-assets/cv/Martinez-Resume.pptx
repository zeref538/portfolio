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Inter Semi-Bold" charset="1" panose="02000503000000020004"/>
      <p:regular r:id="rId7"/>
    </p:embeddedFont>
    <p:embeddedFont>
      <p:font typeface="Inter" charset="1" panose="020B0502030000000004"/>
      <p:regular r:id="rId8"/>
    </p:embeddedFont>
    <p:embeddedFont>
      <p:font typeface="Inter Bold" charset="1" panose="020B080203000000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johnandrei.vercel.app" TargetMode="External"/><Relationship Id="rId4" Type="http://schemas.openxmlformats.org/officeDocument/2006/relationships/hyperlink" Target="https://www.linkedin.com/in/john-andrei-martinez-499a0b343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239" y="1979171"/>
            <a:ext cx="6712015" cy="0"/>
          </a:xfrm>
          <a:prstGeom prst="line">
            <a:avLst/>
          </a:prstGeom>
          <a:ln cap="rnd" w="2857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657657" y="320995"/>
            <a:ext cx="1419121" cy="14191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-91060">
              <a:off x="-10621" y="-10621"/>
              <a:ext cx="834042" cy="834042"/>
            </a:xfrm>
            <a:custGeom>
              <a:avLst/>
              <a:gdLst/>
              <a:ahLst/>
              <a:cxnLst/>
              <a:rect r="r" b="b" t="t" l="l"/>
              <a:pathLst>
                <a:path h="834042" w="834042">
                  <a:moveTo>
                    <a:pt x="21527" y="0"/>
                  </a:moveTo>
                  <a:lnTo>
                    <a:pt x="834042" y="21527"/>
                  </a:lnTo>
                  <a:lnTo>
                    <a:pt x="812515" y="834042"/>
                  </a:lnTo>
                  <a:lnTo>
                    <a:pt x="0" y="812515"/>
                  </a:lnTo>
                  <a:close/>
                </a:path>
              </a:pathLst>
            </a:custGeom>
            <a:blipFill>
              <a:blip r:embed="rId2"/>
              <a:stretch>
                <a:fillRect l="-1360" t="-1360" r="-1360" b="-136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33826" y="402887"/>
            <a:ext cx="5028841" cy="33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0"/>
              </a:lnSpc>
              <a:spcBef>
                <a:spcPct val="0"/>
              </a:spcBef>
            </a:pPr>
            <a:r>
              <a:rPr lang="en-US" b="true" sz="197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  <a:hlinkClick r:id="rId3" tooltip="https://johnandrei.vercel.app"/>
              </a:rPr>
              <a:t>JOHN ANDREI MERONG MARTINEZ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826" y="844851"/>
            <a:ext cx="781029" cy="103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Address: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Phone: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Email: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LinkedIn: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886" y="844851"/>
            <a:ext cx="4199992" cy="103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San Jose Del Monte, Bulacan, Philippines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0993-446-6975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martinezjandrei8425@gmail.com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/john-andrei-martinez-499a0b343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github.com/Zeref538   |   johnandreimartinez.com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" y="2029968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PROJECTS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2258568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429768" y="2340864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YODA - Your Offline Data 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2340864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252374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Ollama, FastAPI, pandas, Agentic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269748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Local-first agent answering questions over CSV/Excel with no data leaving the machine.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2985516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Aegix AI - Contract Compliance Screening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2985516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168396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LangChain, Azure OpenAI, Vector Search, RAG, FastAPI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342132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RAG tool flagging non-compliant clauses, citing the source paragraph for every flag.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3630168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Refusal Calibration - LLM Fine-Tuning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3630168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813048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PyTorch, LoRA, QLoRA, Model Evaluation, Python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3986784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LoRA fine-tune that refuses out-of-scope questions; evaluated for over-refusal too.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768" y="4274820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APAW - Dam Level and Spill-Risk Nowcaster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4274820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445770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Tech: Python, River, Online Learning, Time-Series, GitHub Actions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4631436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Self-updating forecaster retraining on live Open-Meteo data via GitHub Actions.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" y="4974336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EXPERIENCE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5202936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429768" y="5285232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FlyRank AI - ML Engineering Intern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5285232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2026 - Present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5468112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Prepared and validated datasets, supported model testing, automated workflows in Python.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Built data pipelines and internal tools that cut manual handling from daily work.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" y="5925312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EDUCATIONAL BACKGROUND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6153912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429768" y="6236208"/>
            <a:ext cx="50292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Lady of Fatima University | BS Computer Science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94376" y="6236208"/>
            <a:ext cx="1801368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2023 - Present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768" y="6419088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Dean's Lister 2023-2026, with placements in Python, Database Design, and C Programming.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Specialized in AI/ML Engineering: agentic AI, RAG, and LLM fine-tuning, built end-to-end.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Technical Team Member, English Society; Directorate Member, JPCS.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" y="7045452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CERTIFICATIONS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7274052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429768" y="7356348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Google Advanced Data Analytics Professional Certificate - Coursera (July 2026)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Google AI Professional Certificate - Coursera (June 2026)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AWS AI Practitioner - Udemy (June 2026)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Building with the Claude API / Intro to Model Context Protocol - Anthropic (2026)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OCI Certified AI Foundations Associate - Oracle University (July 2025)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Google Data Analytics Professional Certificate - Coursera (May 2025)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9768" y="8490204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SKILLS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9768" y="8718804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429768" y="8801100"/>
            <a:ext cx="667512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Programming &amp; Databases: Python, SQL, PostgreSQL, MongoDB, JavaScript, Java, C, C++, React, Node.js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AI/ML &amp; Data Science: PyTorch, scikit-learn, LLM Fine-Tuning (LoRA, QLoRA), RAG, LangChain, Agentic AI, Ollama, CNNs, Computer Vision, Time-Series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Frameworks &amp; Tools: FastAPI, Docker, Git/GitHub, GitHub Actions, ONNX, n8n, pandas, Kaggle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Cloud &amp; Visualization: Azure OpenAI, Google Cloud, Oracle Cloud, AWS, Vercel, Tableau,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DAHTGHTwlxc</dc:identifier>
  <dcterms:modified xsi:type="dcterms:W3CDTF">2011-08-01T06:04:30Z</dcterms:modified>
  <cp:revision>1</cp:revision>
  <dc:title>CVs</dc:title>
</cp:coreProperties>
</file>